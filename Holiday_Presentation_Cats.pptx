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4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media/image1.png" ContentType="image/png"/>
  <Override PartName="/ppt/media/image2.jpeg" ContentType="image/jpe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4594B6-6E3C-4355-90E4-E77D2077C8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2DEB94-73AC-4F43-9E7A-08DE593A74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661B69-3F87-4EE1-92C4-409F3A665F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D3A9F1-0241-47F5-88F2-1AA62EFBBC7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A1A773-356B-4338-849D-1F3A1C1CE7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7313A2-5970-4826-ABDB-2C74807158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16619A-B334-47C8-99CC-6AEC00833B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896A5C-925C-442A-999F-196AB37278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DF1B41-F273-4B11-BD22-92C8F427A5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A996EF-820F-4921-85D6-01A88D89D5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B14BF3-9066-4A78-B7DF-7A96F200344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E13302-D3F2-4D65-BBAD-B1157E82E3A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70A6A5F-5FF8-49E7-8520-374C5B1A2ABF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2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19998" sy="16000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860000" y="1080000"/>
            <a:ext cx="4140000" cy="360"/>
          </a:xfrm>
          <a:prstGeom prst="rect">
            <a:avLst/>
          </a:prstGeom>
          <a:noFill/>
          <a:ln w="0">
            <a:noFill/>
          </a:ln>
        </p:spPr>
        <p:txBody>
          <a:bodyPr tIns="-45360" bIns="-4536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23 Февраля - День защитника Отечества!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97200" y="2154240"/>
            <a:ext cx="4222800" cy="2345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333333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Поздравляем с праздником!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333333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Желаем силы, мужества и успехов!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4500000" y="4737240"/>
            <a:ext cx="31532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808080"/>
                </a:solidFill>
                <a:latin typeface="Calibri"/>
              </a:rPr>
              <a:t>🐱 </a:t>
            </a:r>
            <a:r>
              <a:rPr b="0" i="1" lang="en-US" sz="1400" spc="-1" strike="noStrike">
                <a:solidFill>
                  <a:srgbClr val="808080"/>
                </a:solidFill>
                <a:latin typeface="Calibri"/>
              </a:rPr>
              <a:t>Изображение котика: cat_feb_1.jpg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56249" sy="75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Защитникам посвящается...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333333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Пусть каждый день приносит радость и победы!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333333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Спасибо за вашу защиту и заботу!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TextBox 3"/>
          <p:cNvSpPr/>
          <p:nvPr/>
        </p:nvSpPr>
        <p:spPr>
          <a:xfrm>
            <a:off x="4368240" y="5029200"/>
            <a:ext cx="4068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808080"/>
                </a:solidFill>
                <a:latin typeface="Calibri"/>
              </a:rPr>
              <a:t>🐱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56249" sy="75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8 Марта - Международный женский день!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333333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Поздравляем прекрасных дам с праздником весны!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TextBox 3"/>
          <p:cNvSpPr/>
          <p:nvPr/>
        </p:nvSpPr>
        <p:spPr>
          <a:xfrm>
            <a:off x="4388400" y="5029200"/>
            <a:ext cx="366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808080"/>
                </a:solidFill>
                <a:latin typeface="Calibri"/>
              </a:rPr>
              <a:t>🐱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56249" sy="75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Вы прекрасны!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333333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Желаем счастья, любви и вдохновения!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333333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Пусть сбываются все мечты!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4388400" y="5029200"/>
            <a:ext cx="366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808080"/>
                </a:solidFill>
                <a:latin typeface="Calibri"/>
              </a:rPr>
              <a:t>🐱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56249" sy="75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Весеннего настроения!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333333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Пусть солнце светит ярче,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333333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а улыбка не сходит с лица!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TextBox 3"/>
          <p:cNvSpPr/>
          <p:nvPr/>
        </p:nvSpPr>
        <p:spPr>
          <a:xfrm>
            <a:off x="4368240" y="5029200"/>
            <a:ext cx="4068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808080"/>
                </a:solidFill>
                <a:latin typeface="Calibri"/>
              </a:rPr>
              <a:t>🐱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56249" sy="75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Цветов и комплиментов!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333333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Вы достойны самого лучшего!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333333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Будьте счастливы каждый день!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TextBox 3"/>
          <p:cNvSpPr/>
          <p:nvPr/>
        </p:nvSpPr>
        <p:spPr>
          <a:xfrm>
            <a:off x="4388400" y="5029200"/>
            <a:ext cx="366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808080"/>
                </a:solidFill>
                <a:latin typeface="Calibri"/>
              </a:rPr>
              <a:t>🐱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56249" sy="75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Любви и тепла!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333333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Пусть в душе всегда живет весна,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333333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а рядом будут любящие люди!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4388400" y="5029200"/>
            <a:ext cx="366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808080"/>
                </a:solidFill>
                <a:latin typeface="Calibri"/>
              </a:rPr>
              <a:t>🐱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56249" sy="75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Успехов и достижений!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333333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Желаем карьерного роста,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333333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творческого вдохновения и удачи!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TextBox 3"/>
          <p:cNvSpPr/>
          <p:nvPr/>
        </p:nvSpPr>
        <p:spPr>
          <a:xfrm>
            <a:off x="4368240" y="5029200"/>
            <a:ext cx="4068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808080"/>
                </a:solidFill>
                <a:latin typeface="Calibri"/>
              </a:rPr>
              <a:t>🐱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56249" sy="75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Здоровья и благополучия!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333333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Пусть каждый день приносит радость,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333333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а жизнь будет наполнена счастьем!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4368240" y="5029200"/>
            <a:ext cx="4068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808080"/>
                </a:solidFill>
                <a:latin typeface="Calibri"/>
              </a:rPr>
              <a:t>🐱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56249" sy="75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С 8 Марта!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540000" y="195444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333333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Оставайтесь такими же прекрасными,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333333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добрыми и неповторимыми!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TextBox 3"/>
          <p:cNvSpPr/>
          <p:nvPr/>
        </p:nvSpPr>
        <p:spPr>
          <a:xfrm flipH="1">
            <a:off x="21795120" y="4308120"/>
            <a:ext cx="4068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808080"/>
                </a:solidFill>
                <a:latin typeface="Calibri"/>
              </a:rPr>
              <a:t>🐱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4453560" y="5040000"/>
            <a:ext cx="406440" cy="30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400" spc="-1" strike="noStrike">
                <a:solidFill>
                  <a:srgbClr val="808080"/>
                </a:solidFill>
                <a:latin typeface="Calibri"/>
              </a:rPr>
              <a:t>🐱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LibreOffice/7.5.2.1$Linux_X86_64 LibreOffice_project/50$Build-1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2026-03-07T09:49:13Z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